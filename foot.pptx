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64D-DD6F-494F-A531-2678D95F5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1DAF8-FE53-475A-8048-2271FABF6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E5D96-3D89-4B48-A951-BB49F168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878A0-4C4F-4246-B053-72D3AF35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8608-F472-466F-9DEE-F7EC27B5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2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99AB7-F4D6-49CB-9117-ACF58447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575EB-B62E-4BDB-A59F-45AC6ACB6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0D080-C463-4635-B0C4-12FD607D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A94A3-2060-412E-A321-0BAB0B60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8D0E9-C92B-4AE2-A608-215DB74B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0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2C13C-AFAB-4FDB-A631-40914393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FCAE6-932F-4453-94DC-0F2B310F5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3DDA7-86FF-48C4-B71E-8A05AF70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2ED4E-E07D-4543-B6FB-8A2A6610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5E425-792A-4FBA-B5EB-ABDFAA73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1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3052C-D98B-42A6-8864-90A1C6DB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7BB83-3BB4-40B6-930B-15684490E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0110A-5FA8-4B4D-B74C-2F9AD501C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CACE7-2880-4349-83A7-87B6CC28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F7E34-65CB-4281-9DE1-20E6DE092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BD1C6-3B8D-4E0A-BCF4-BD03F319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5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926B-11CA-4A99-B209-20E0EC92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31725-2908-4DE7-875F-0ACB3BDCB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451B5-F21E-4835-81A9-8B006ADE6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46500-6853-4120-B716-A6A547BDE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6DA60-273E-45D2-B906-80D18F5BA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F2120-7EC1-46B2-B8EA-8C600291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9FB5AE-3B12-4024-A9DA-7750D509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580EE5-3999-4899-BF3B-09D60A24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9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1DF4-5AF2-4292-A750-58C63A35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2EA79-7289-4E89-8ABC-5FD7DA1D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D4216-BB4A-4347-B3B8-62BAFA45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0F740-FE6A-42CB-88BB-1C13322B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5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2697F-254B-4AC1-94BB-762C1657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40382-31DE-43E9-AC4C-6ADFBC20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88BCD-0D34-4D34-970C-5BAD7279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2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C5743-3002-4DB4-B9D3-267429236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DE61D-49EC-4D11-AD67-7AB9D9FB5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0250B-E3D2-4140-B0EA-BCC5D35A4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29933-C0C5-4CD1-B7E5-8B728EEC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3981E-8C0E-49A7-8D8A-EDDA9F5E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72D97-2E17-4C10-AACA-273822A1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0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3721-C8EC-4703-AD85-3D6C5F8E7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51B141-5418-4514-BB80-95392D0A0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24C9A-4B08-4844-B7F1-B1AB7999A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4D0DA-FC81-4C4F-80D5-FEDFC2A6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1EAC3-1909-499F-861D-F98829C02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EE241-163A-4282-8A0C-2A11C260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7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0DD2-A700-4ED1-AC58-A5B3D373B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A4DE4-2F9B-4BD7-AABF-D23B20231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D252E-F185-4843-A7B6-769ECC94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9D750-5555-4565-8D93-0B13DE0A3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0A78D-5909-4511-97C0-CB0A11B6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24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B6BB50-92DF-4E3A-BA4B-856F17A62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A3F6D-CF0B-42E3-A03E-D1AA45C28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EA043-102C-4A9C-883E-0C86CE77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5BAFA-866A-4676-B139-7BEB73AC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12DE4-DBB4-4E30-99EF-BD2C3BA5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7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A957F-20E3-4102-9D4F-C913BBD61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4BFB3-2F5B-44B1-A8B4-A9B914892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5873B-9D81-435C-95E2-D4614ED75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00D50-5424-450E-B6D9-27A75D52F330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E2900-2B1C-4D16-893E-9380608D1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7B9A-1AAF-4B11-8152-7845FEA54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79843-C3C6-45A9-95DE-8AEC379C7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0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EF92-2CA2-4C03-B70D-418326D9DD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10B9D-F3F0-42AA-9B40-5D8C4F5D6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66106-ADFC-4B74-B64C-C4766C7F9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43" y="80963"/>
            <a:ext cx="12192000" cy="6858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8668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High Technology</dc:creator>
  <cp:lastModifiedBy>High Technology</cp:lastModifiedBy>
  <cp:revision>1</cp:revision>
  <dcterms:created xsi:type="dcterms:W3CDTF">2024-07-28T10:47:06Z</dcterms:created>
  <dcterms:modified xsi:type="dcterms:W3CDTF">2024-07-28T10:47:54Z</dcterms:modified>
</cp:coreProperties>
</file>