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5F79-5929-43DB-9A46-0786879D5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6F9ED-4E89-48CF-BB46-5D41F6FD0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104CB-5645-4DCE-8366-FA2E4DD6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45C87-5426-4B34-AB16-3A8ABC26B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ECFEC-D19B-46B6-91A5-6F771155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10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28EE6-2DAB-40A6-912C-B4DEDC2F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21620-7D1B-42C6-B122-D90BA07C0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FD2B4-D68C-4C2D-9648-38CBE52F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9A5BB-2D77-4E17-8BB4-A4E9FE9D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7E8DB-617F-460F-919C-F31641BC0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6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BF86-9C1D-4510-9D94-49356EC3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B95E7-A76F-441D-946A-7A5E93F2F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96499-214C-4907-AD06-913BB014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7A8A0-A112-4DC3-82D6-D4EB72AD3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4FFB8-2B64-45E9-8494-A3A8C9FD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0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2B48E-11E4-4B1E-91A3-1D64243A3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B1466-C9CD-4BF8-A01D-4AFC98E78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95ACC-320E-407F-830A-F9450BD9C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D732E-BC17-4726-B1E2-7CF39368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50808-D04C-4BFA-B9B3-F2A5742D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7A743-0278-4671-A90B-41800BD2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95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DFB1-869F-4DA4-9C37-F811C0D18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6585A-A326-4199-9BBF-F4F1CCE20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50212-6ED2-4ED9-BB62-29A1C4338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B8748E-03C3-4454-ABBD-95BE51685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10AF8-94B5-4C2A-AF74-522ABA328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835575-8704-4384-96B4-A2F6A060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733A8-1B50-479E-A591-F787E605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350540-2578-45C0-87EA-F6C4F744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9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56D4-9D80-49FD-AD8F-B889EFCE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F6323A-DD29-4149-80EF-825B72B78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09462-7AFC-42A6-AAD0-211C106B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7839C-A992-44E6-8906-9067F6FD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6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A8812-D1C2-430C-8267-DB0525F8F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974A5-B0D0-41E8-BFFD-006E64B22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B8A3B-79B6-4CF4-B6BC-15B86B9C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8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E9567-406A-4381-8BDE-E5573699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889EF-ACA6-404A-B607-0352B2D31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5DCB8-887F-4EAF-931A-01555104A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25411-898D-4B49-BB65-F2BB04015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900C1-4F89-4FF5-8E52-85BBB1070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6DA89-8D5E-4510-8247-4FFEA581C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29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A53C1-3534-49EB-8E6E-FC5A297C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42E77-A4F6-4B6A-8EBA-B1890C5EA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94B1B-E5C6-4C55-A473-380F5517A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ACF24-1BED-4819-80EC-32E88E7B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4ED46-4007-4337-A20F-F6883D241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53EF2-27EB-4C85-9777-21CE6A16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9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89D8-1237-4BEC-A40A-C66E8284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B4BCC-19FD-4591-9A7F-5EBBCACEE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A54F5-0233-43F2-BED9-D39AB5E2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E9540-1A64-42A0-BF43-E9ED8645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9210B-ADBE-4B7D-A1F4-328DEC6A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5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732E44-F4B8-426C-9D33-4C6711838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EE539-CD2F-4934-8F43-E35BE4001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9DAC3-D115-4D48-ACAC-0787345A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8898D-0FE9-4D97-8D83-7C9CD8676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234D5-99CF-4237-AD9D-81BD984DB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5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B3432-7F7C-4ABC-BF95-6979D0350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1FAAB-9DC6-4382-BEB2-C51A2650E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A0049-D338-480D-964B-80ED04CB5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E269F-BBDD-4457-B127-0037D6574B9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75DDC-5A36-46D2-9633-B1074420C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295DC-B702-49B5-86AA-4572BD7B3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433E-1A52-48EC-93C8-8C74B4AD5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9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8A11-88F4-4543-8956-65B5E39863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B64A5-058F-424A-ABFA-FAB47EA533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02CA1-C068-4A2A-8EB6-CDB6586E8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319"/>
            <a:ext cx="12192001" cy="6879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69B2C1-AE0F-4040-A8C9-3F2190250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665" b="99521" l="10000" r="90000">
                        <a14:foregroundMark x1="52583" y1="14132" x2="45167" y2="19162"/>
                        <a14:foregroundMark x1="45333" y1="12695" x2="52417" y2="11257"/>
                        <a14:foregroundMark x1="49333" y1="10659" x2="44917" y2="11617"/>
                        <a14:foregroundMark x1="52304" y1="11350" x2="54417" y2="13533"/>
                        <a14:foregroundMark x1="47167" y1="9701" x2="47333" y2="9701"/>
                        <a14:foregroundMark x1="47833" y1="9701" x2="49500" y2="10659"/>
                        <a14:foregroundMark x1="50037" y1="10529" x2="47417" y2="9701"/>
                        <a14:foregroundMark x1="56083" y1="13892" x2="52833" y2="11018"/>
                        <a14:foregroundMark x1="38500" y1="20780" x2="38583" y2="22635"/>
                        <a14:foregroundMark x1="37917" y1="7784" x2="38002" y2="9677"/>
                        <a14:foregroundMark x1="60083" y1="87305" x2="45667" y2="99521"/>
                        <a14:backgroundMark x1="52167" y1="9701" x2="49500" y2="9222"/>
                        <a14:backgroundMark x1="42167" y1="8503" x2="36833" y2="12934"/>
                        <a14:backgroundMark x1="39667" y1="9102" x2="39000" y2="20838"/>
                        <a14:backgroundMark x1="39667" y1="71138" x2="40083" y2="99521"/>
                        <a14:backgroundMark x1="64917" y1="70778" x2="65833" y2="765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180" y="-21319"/>
            <a:ext cx="9855808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1C249C-CC63-4B9D-B22E-9239FEA857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999" b="99240" l="10000" r="90000">
                        <a14:foregroundMark x1="47167" y1="9252" x2="46250" y2="9759"/>
                        <a14:foregroundMark x1="42750" y1="15336" x2="42250" y2="26616"/>
                        <a14:foregroundMark x1="41917" y1="22307" x2="42417" y2="28771"/>
                        <a14:foregroundMark x1="42083" y1="25349" x2="41853" y2="29463"/>
                        <a14:foregroundMark x1="56083" y1="50063" x2="54000" y2="52345"/>
                        <a14:foregroundMark x1="54583" y1="50063" x2="48667" y2="80228"/>
                        <a14:foregroundMark x1="48667" y1="80228" x2="48333" y2="83016"/>
                        <a14:foregroundMark x1="38000" y1="61597" x2="57750" y2="72877"/>
                        <a14:foregroundMark x1="52167" y1="79721" x2="43583" y2="85932"/>
                        <a14:foregroundMark x1="42583" y1="75158" x2="47833" y2="91762"/>
                        <a14:foregroundMark x1="41750" y1="98226" x2="46583" y2="99240"/>
                        <a14:foregroundMark x1="54917" y1="50317" x2="49000" y2="56654"/>
                        <a14:foregroundMark x1="49000" y1="56654" x2="46333" y2="71483"/>
                        <a14:foregroundMark x1="46333" y1="71483" x2="41750" y2="70976"/>
                        <a14:foregroundMark x1="52000" y1="60456" x2="54250" y2="67934"/>
                        <a14:foregroundMark x1="61583" y1="35615" x2="62833" y2="39544"/>
                        <a14:foregroundMark x1="65333" y1="40558" x2="63833" y2="37896"/>
                        <a14:foregroundMark x1="72250" y1="42332" x2="79000" y2="45627"/>
                        <a14:foregroundMark x1="79000" y1="45627" x2="79000" y2="45627"/>
                        <a14:foregroundMark x1="79833" y1="46388" x2="79833" y2="49937"/>
                        <a14:foregroundMark x1="79833" y1="47909" x2="79833" y2="47909"/>
                        <a14:foregroundMark x1="80000" y1="46895" x2="77667" y2="43853"/>
                        <a14:foregroundMark x1="80500" y1="45374" x2="77500" y2="43853"/>
                        <a14:foregroundMark x1="34667" y1="49937" x2="31917" y2="63625"/>
                        <a14:foregroundMark x1="54583" y1="27123" x2="50833" y2="30292"/>
                        <a14:foregroundMark x1="41417" y1="65146" x2="48083" y2="68188"/>
                        <a14:foregroundMark x1="48083" y1="68188" x2="49167" y2="70722"/>
                        <a14:foregroundMark x1="35333" y1="47909" x2="33000" y2="57668"/>
                        <a14:foregroundMark x1="33000" y1="54626" x2="33667" y2="60710"/>
                        <a14:backgroundMark x1="41583" y1="29785" x2="42250" y2="30798"/>
                        <a14:backgroundMark x1="37500" y1="77693" x2="34833" y2="989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53508" y="-21319"/>
            <a:ext cx="10123550" cy="6879319"/>
          </a:xfrm>
          <a:prstGeom prst="rect">
            <a:avLst/>
          </a:prstGeom>
        </p:spPr>
      </p:pic>
      <p:sp>
        <p:nvSpPr>
          <p:cNvPr id="10" name="Double Wave 9">
            <a:extLst>
              <a:ext uri="{FF2B5EF4-FFF2-40B4-BE49-F238E27FC236}">
                <a16:creationId xmlns:a16="http://schemas.microsoft.com/office/drawing/2014/main" id="{C6D47AFF-6143-4394-A88C-88B7F9B1F0A9}"/>
              </a:ext>
            </a:extLst>
          </p:cNvPr>
          <p:cNvSpPr/>
          <p:nvPr/>
        </p:nvSpPr>
        <p:spPr>
          <a:xfrm>
            <a:off x="3564340" y="409433"/>
            <a:ext cx="5063319" cy="1746914"/>
          </a:xfrm>
          <a:prstGeom prst="doubleWave">
            <a:avLst/>
          </a:prstGeom>
          <a:solidFill>
            <a:srgbClr val="00B050"/>
          </a:solidFill>
          <a:ln w="57150">
            <a:solidFill>
              <a:schemeClr val="bg2">
                <a:lumMod val="10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600" dirty="0">
                <a:solidFill>
                  <a:schemeClr val="accent4">
                    <a:lumMod val="60000"/>
                    <a:lumOff val="40000"/>
                  </a:schemeClr>
                </a:solidFill>
                <a:cs typeface="0 Arshia" panose="00000400000000000000" pitchFamily="2" charset="-78"/>
              </a:rPr>
              <a:t>رسانه</a:t>
            </a:r>
            <a:r>
              <a:rPr lang="fa-IR" sz="6600" dirty="0">
                <a:cs typeface="0 Arshia" panose="00000400000000000000" pitchFamily="2" charset="-78"/>
              </a:rPr>
              <a:t> </a:t>
            </a:r>
            <a:r>
              <a:rPr lang="fa-IR" sz="6600" dirty="0">
                <a:solidFill>
                  <a:srgbClr val="FF0000"/>
                </a:solidFill>
                <a:cs typeface="0 Arshia" panose="00000400000000000000" pitchFamily="2" charset="-78"/>
              </a:rPr>
              <a:t>فوت</a:t>
            </a:r>
            <a:r>
              <a:rPr lang="fa-IR" sz="6600" dirty="0">
                <a:solidFill>
                  <a:srgbClr val="0070C0"/>
                </a:solidFill>
                <a:cs typeface="0 Arshia" panose="00000400000000000000" pitchFamily="2" charset="-78"/>
              </a:rPr>
              <a:t>بال</a:t>
            </a:r>
            <a:r>
              <a:rPr lang="fa-IR" sz="6600" dirty="0">
                <a:cs typeface="0 Arshia" panose="00000400000000000000" pitchFamily="2" charset="-78"/>
              </a:rPr>
              <a:t> </a:t>
            </a:r>
            <a:r>
              <a:rPr lang="fa-IR" sz="6600" dirty="0">
                <a:solidFill>
                  <a:srgbClr val="FF0000"/>
                </a:solidFill>
                <a:cs typeface="0 Arshia" panose="00000400000000000000" pitchFamily="2" charset="-78"/>
              </a:rPr>
              <a:t>تران</a:t>
            </a:r>
            <a:r>
              <a:rPr lang="fa-IR" sz="6600" dirty="0">
                <a:solidFill>
                  <a:srgbClr val="0070C0"/>
                </a:solidFill>
                <a:cs typeface="0 Arshia" panose="00000400000000000000" pitchFamily="2" charset="-78"/>
              </a:rPr>
              <a:t>سفر</a:t>
            </a:r>
            <a:endParaRPr lang="en-US" sz="6600" dirty="0">
              <a:solidFill>
                <a:srgbClr val="0070C0"/>
              </a:solidFill>
              <a:cs typeface="0 Arshia" panose="00000400000000000000" pitchFamily="2" charset="-78"/>
            </a:endParaRPr>
          </a:p>
        </p:txBody>
      </p:sp>
      <p:sp>
        <p:nvSpPr>
          <p:cNvPr id="11" name="Explosion: 14 Points 10">
            <a:extLst>
              <a:ext uri="{FF2B5EF4-FFF2-40B4-BE49-F238E27FC236}">
                <a16:creationId xmlns:a16="http://schemas.microsoft.com/office/drawing/2014/main" id="{4D5E549B-DC13-42A5-8ECC-07B78E6389DD}"/>
              </a:ext>
            </a:extLst>
          </p:cNvPr>
          <p:cNvSpPr/>
          <p:nvPr/>
        </p:nvSpPr>
        <p:spPr>
          <a:xfrm>
            <a:off x="3207224" y="202869"/>
            <a:ext cx="1009934" cy="919494"/>
          </a:xfrm>
          <a:prstGeom prst="irregularSeal2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xplosion: 14 Points 11">
            <a:extLst>
              <a:ext uri="{FF2B5EF4-FFF2-40B4-BE49-F238E27FC236}">
                <a16:creationId xmlns:a16="http://schemas.microsoft.com/office/drawing/2014/main" id="{0A4905E7-8E79-4CFF-86ED-49E9E51AB00E}"/>
              </a:ext>
            </a:extLst>
          </p:cNvPr>
          <p:cNvSpPr/>
          <p:nvPr/>
        </p:nvSpPr>
        <p:spPr>
          <a:xfrm>
            <a:off x="8027158" y="156832"/>
            <a:ext cx="1009934" cy="919494"/>
          </a:xfrm>
          <a:prstGeom prst="irregularSeal2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9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High Technology</dc:creator>
  <cp:lastModifiedBy>High Technology</cp:lastModifiedBy>
  <cp:revision>2</cp:revision>
  <dcterms:created xsi:type="dcterms:W3CDTF">2024-07-28T10:41:01Z</dcterms:created>
  <dcterms:modified xsi:type="dcterms:W3CDTF">2024-07-28T10:46:10Z</dcterms:modified>
</cp:coreProperties>
</file>